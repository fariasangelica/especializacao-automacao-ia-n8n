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Unbounded"/>
      <p:regular r:id="rId14"/>
    </p:embeddedFont>
    <p:embeddedFont>
      <p:font typeface="Unbounded"/>
      <p:regular r:id="rId15"/>
    </p:embeddedFont>
    <p:embeddedFont>
      <p:font typeface="Cabin"/>
      <p:regular r:id="rId16"/>
    </p:embeddedFont>
    <p:embeddedFont>
      <p:font typeface="Cabin"/>
      <p:regular r:id="rId17"/>
    </p:embeddedFont>
    <p:embeddedFont>
      <p:font typeface="Cabin"/>
      <p:regular r:id="rId18"/>
    </p:embeddedFont>
    <p:embeddedFont>
      <p:font typeface="Cabin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496264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Dividindo Fluxos de Trabalho com Nós Condicionais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967288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Aprenda a transformar fluxos de trabalho lineares em fluxos ramificados usando nós condicionais no n8n.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781" y="416957"/>
            <a:ext cx="3998476" cy="446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 Poder da Divisão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781" y="1241941"/>
            <a:ext cx="1784033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Fluxo Único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30781" y="1616393"/>
            <a:ext cx="6599515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Executa operações em sequência linear.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30781" y="1995488"/>
            <a:ext cx="6599515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Limitado a processos simples.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507724" y="1241941"/>
            <a:ext cx="1784033" cy="222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Fluxo Múltiplo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07724" y="1616393"/>
            <a:ext cx="6599515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Permite ramificações baseadas em condições.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07724" y="1995488"/>
            <a:ext cx="6599515" cy="242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Ideal para lógica complexa.</a:t>
            </a:r>
            <a:endParaRPr lang="en-US" sz="11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781" y="2545080"/>
            <a:ext cx="6370320" cy="67589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22777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Nós Condicionais Disponíveis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994779"/>
            <a:ext cx="7468553" cy="1883807"/>
          </a:xfrm>
          <a:prstGeom prst="roundRect">
            <a:avLst>
              <a:gd name="adj" fmla="val 1906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1077039" y="323409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Nó IF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77039" y="3729633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Cria dois caminhos baseados em uma condição.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077039" y="4256246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Ideal para decisões simples de sim/não.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837724" y="5117902"/>
            <a:ext cx="7468553" cy="1883807"/>
          </a:xfrm>
          <a:prstGeom prst="roundRect">
            <a:avLst>
              <a:gd name="adj" fmla="val 1906"/>
            </a:avLst>
          </a:prstGeom>
          <a:solidFill>
            <a:srgbClr val="304755"/>
          </a:solidFill>
          <a:ln/>
        </p:spPr>
      </p:sp>
      <p:sp>
        <p:nvSpPr>
          <p:cNvPr id="9" name="Text 6"/>
          <p:cNvSpPr/>
          <p:nvPr/>
        </p:nvSpPr>
        <p:spPr>
          <a:xfrm>
            <a:off x="1077039" y="535721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Nó Switch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77039" y="5852755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Cria múltiplos caminhos baseados em diferentes condições.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077039" y="6379369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Perfeito para cenários complexos.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2155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316" y="2702838"/>
            <a:ext cx="6278166" cy="521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Como Funciona a Divisão</a:t>
            </a:r>
            <a:endParaRPr lang="en-US" sz="3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16" y="3489960"/>
            <a:ext cx="886182" cy="10634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72364" y="3667125"/>
            <a:ext cx="2262068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Entrada de Dados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772364" y="4033957"/>
            <a:ext cx="12237720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Os dados chegam ao nó condicional.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16" y="4553426"/>
            <a:ext cx="886182" cy="10634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72364" y="4730591"/>
            <a:ext cx="2085142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Avaliação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1772364" y="5097423"/>
            <a:ext cx="12237720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 nó avalia as condições configuradas.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16" y="5616892"/>
            <a:ext cx="886182" cy="10634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72364" y="5794058"/>
            <a:ext cx="2085142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Roteamento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1772364" y="6160889"/>
            <a:ext cx="12237720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Os dados seguem pelo caminho correspondente.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16" y="6680359"/>
            <a:ext cx="886182" cy="106346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72364" y="6857524"/>
            <a:ext cx="2085142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Processamento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1772364" y="7224355"/>
            <a:ext cx="12237720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Cada caminho executa suas próprias operações.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94345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Casos de Uso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2006441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374" y="2064425"/>
            <a:ext cx="337899" cy="4224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01959" y="2088713"/>
            <a:ext cx="482774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Notificações Personalizadas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101959" y="2584252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Envie diferentes mensagens baseadas no status do usuário.</a:t>
            </a:r>
            <a:endParaRPr lang="en-US" sz="1850" dirty="0"/>
          </a:p>
        </p:txBody>
      </p:sp>
      <p:sp>
        <p:nvSpPr>
          <p:cNvPr id="8" name="Shape 4"/>
          <p:cNvSpPr/>
          <p:nvPr/>
        </p:nvSpPr>
        <p:spPr>
          <a:xfrm>
            <a:off x="6324124" y="3446026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374" y="3504009"/>
            <a:ext cx="337899" cy="4224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01959" y="3528298"/>
            <a:ext cx="348686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Tratamento de Erros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101959" y="4023836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Direcione erros para um fluxo específico de resolução.</a:t>
            </a:r>
            <a:endParaRPr lang="en-US" sz="1850" dirty="0"/>
          </a:p>
        </p:txBody>
      </p:sp>
      <p:sp>
        <p:nvSpPr>
          <p:cNvPr id="12" name="Shape 7"/>
          <p:cNvSpPr/>
          <p:nvPr/>
        </p:nvSpPr>
        <p:spPr>
          <a:xfrm>
            <a:off x="6324124" y="4885611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374" y="4943594"/>
            <a:ext cx="337899" cy="42243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01959" y="4967883"/>
            <a:ext cx="329350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Filtragem de Dados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101959" y="5463421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Processe apenas dados que atendam a critérios específicos.</a:t>
            </a:r>
            <a:endParaRPr lang="en-US" sz="1850" dirty="0"/>
          </a:p>
        </p:txBody>
      </p:sp>
      <p:sp>
        <p:nvSpPr>
          <p:cNvPr id="16" name="Shape 10"/>
          <p:cNvSpPr/>
          <p:nvPr/>
        </p:nvSpPr>
        <p:spPr>
          <a:xfrm>
            <a:off x="6324124" y="6325195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4374" y="6383179"/>
            <a:ext cx="337899" cy="42243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101959" y="6407468"/>
            <a:ext cx="350258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Fluxos de Aprovação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7101959" y="6903006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Crie caminhos diferentes para aprovações e rejeições.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675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818" y="3620333"/>
            <a:ext cx="7854553" cy="69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Implementação Prática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830818" y="5386745"/>
            <a:ext cx="4085511" cy="237292"/>
          </a:xfrm>
          <a:prstGeom prst="roundRect">
            <a:avLst>
              <a:gd name="adj" fmla="val 15007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830818" y="5980033"/>
            <a:ext cx="4085511" cy="698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Adicione um Nó Condicional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830818" y="6820614"/>
            <a:ext cx="4085511" cy="759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Insira um nó IF ou Switch após seu nó de origem.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72326" y="5030629"/>
            <a:ext cx="4085630" cy="237292"/>
          </a:xfrm>
          <a:prstGeom prst="roundRect">
            <a:avLst>
              <a:gd name="adj" fmla="val 15007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5272326" y="5623917"/>
            <a:ext cx="3991808" cy="34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Configure as Condições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5272326" y="6115407"/>
            <a:ext cx="4085630" cy="759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Defina expressões que determinarão qual caminho seguir.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9713952" y="4674632"/>
            <a:ext cx="4085630" cy="237292"/>
          </a:xfrm>
          <a:prstGeom prst="roundRect">
            <a:avLst>
              <a:gd name="adj" fmla="val 15007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9713952" y="5267920"/>
            <a:ext cx="3666768" cy="34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Conecte os Caminhos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9713952" y="5759410"/>
            <a:ext cx="4085630" cy="759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Adicione nós subsequentes para cada caminho condicional.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471732"/>
            <a:ext cx="675012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Recursos Adicionais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593324" y="2534722"/>
            <a:ext cx="30480" cy="4223028"/>
          </a:xfrm>
          <a:prstGeom prst="roundRect">
            <a:avLst>
              <a:gd name="adj" fmla="val 117806"/>
            </a:avLst>
          </a:prstGeom>
          <a:solidFill>
            <a:srgbClr val="49606E"/>
          </a:solidFill>
          <a:ln/>
        </p:spPr>
      </p:sp>
      <p:sp>
        <p:nvSpPr>
          <p:cNvPr id="5" name="Shape 2"/>
          <p:cNvSpPr/>
          <p:nvPr/>
        </p:nvSpPr>
        <p:spPr>
          <a:xfrm>
            <a:off x="6832104" y="2788682"/>
            <a:ext cx="718066" cy="30480"/>
          </a:xfrm>
          <a:prstGeom prst="roundRect">
            <a:avLst>
              <a:gd name="adj" fmla="val 117806"/>
            </a:avLst>
          </a:prstGeom>
          <a:solidFill>
            <a:srgbClr val="49606E"/>
          </a:solidFill>
          <a:ln/>
        </p:spPr>
      </p:sp>
      <p:sp>
        <p:nvSpPr>
          <p:cNvPr id="6" name="Shape 3"/>
          <p:cNvSpPr/>
          <p:nvPr/>
        </p:nvSpPr>
        <p:spPr>
          <a:xfrm>
            <a:off x="6324064" y="2534722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315" y="2592705"/>
            <a:ext cx="337899" cy="4224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90259" y="2616994"/>
            <a:ext cx="435911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Documentação Completa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790259" y="3112532"/>
            <a:ext cx="60024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Consulte a documentação dos nós IF e Switch para detalhes.</a:t>
            </a:r>
            <a:endParaRPr lang="en-US" sz="1850" dirty="0"/>
          </a:p>
        </p:txBody>
      </p:sp>
      <p:sp>
        <p:nvSpPr>
          <p:cNvPr id="10" name="Shape 6"/>
          <p:cNvSpPr/>
          <p:nvPr/>
        </p:nvSpPr>
        <p:spPr>
          <a:xfrm>
            <a:off x="6832104" y="4611291"/>
            <a:ext cx="718066" cy="30480"/>
          </a:xfrm>
          <a:prstGeom prst="roundRect">
            <a:avLst>
              <a:gd name="adj" fmla="val 117806"/>
            </a:avLst>
          </a:prstGeom>
          <a:solidFill>
            <a:srgbClr val="49606E"/>
          </a:solidFill>
          <a:ln/>
        </p:spPr>
      </p:sp>
      <p:sp>
        <p:nvSpPr>
          <p:cNvPr id="11" name="Shape 7"/>
          <p:cNvSpPr/>
          <p:nvPr/>
        </p:nvSpPr>
        <p:spPr>
          <a:xfrm>
            <a:off x="6324064" y="4357330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315" y="4415314"/>
            <a:ext cx="337899" cy="4224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90259" y="4439603"/>
            <a:ext cx="317920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Repositório GitHub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790259" y="4935141"/>
            <a:ext cx="60024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Contribua com melhorias na documentação via GitHub.</a:t>
            </a:r>
            <a:endParaRPr lang="en-US" sz="1850" dirty="0"/>
          </a:p>
        </p:txBody>
      </p:sp>
      <p:sp>
        <p:nvSpPr>
          <p:cNvPr id="15" name="Shape 10"/>
          <p:cNvSpPr/>
          <p:nvPr/>
        </p:nvSpPr>
        <p:spPr>
          <a:xfrm>
            <a:off x="6832104" y="6050875"/>
            <a:ext cx="718066" cy="30480"/>
          </a:xfrm>
          <a:prstGeom prst="roundRect">
            <a:avLst>
              <a:gd name="adj" fmla="val 117806"/>
            </a:avLst>
          </a:prstGeom>
          <a:solidFill>
            <a:srgbClr val="49606E"/>
          </a:solidFill>
          <a:ln/>
        </p:spPr>
      </p:sp>
      <p:sp>
        <p:nvSpPr>
          <p:cNvPr id="16" name="Shape 11"/>
          <p:cNvSpPr/>
          <p:nvPr/>
        </p:nvSpPr>
        <p:spPr>
          <a:xfrm>
            <a:off x="6324064" y="5796915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315" y="5854898"/>
            <a:ext cx="337899" cy="42243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90259" y="587918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Feedback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7790259" y="6374725"/>
            <a:ext cx="60024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Ajude a melhorar compartilhando sua experiência.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2025-06-09T11:32:40Z</dcterms:created>
  <dcterms:modified xsi:type="dcterms:W3CDTF">2025-06-09T11:32:40Z</dcterms:modified>
</cp:coreProperties>
</file>